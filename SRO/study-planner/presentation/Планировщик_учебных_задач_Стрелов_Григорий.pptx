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6492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7253D"/>
                </a:solidFill>
                <a:latin typeface="Aptos"/>
              </a:rPr>
              <a:t>ПЛАНИРОВЩИК
УЧЕБНЫХ ЗАДАЧ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5435C"/>
                </a:solidFill>
                <a:latin typeface="Aptos"/>
              </a:rPr>
              <a:t>Простой веб-инструмент для контроля заданий,
дедлайнов, приоритетов и статусов.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48E"/>
                </a:solidFill>
                <a:latin typeface="Aptos"/>
              </a:rPr>
              <a:t>Выполнил: Стрелов Григорий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25880"/>
            <a:ext cx="32918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28431" y="1499616"/>
            <a:ext cx="256032" cy="256032"/>
          </a:xfrm>
          <a:prstGeom prst="ellipse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58200" y="14721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253D"/>
                </a:solidFill>
                <a:latin typeface="Aptos"/>
              </a:rPr>
              <a:t>Задачи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148840"/>
            <a:ext cx="32918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028431" y="2322576"/>
            <a:ext cx="256032" cy="256032"/>
          </a:xfrm>
          <a:prstGeom prst="ellipse">
            <a:avLst/>
          </a:prstGeom>
          <a:solidFill>
            <a:srgbClr val="25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22951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253D"/>
                </a:solidFill>
                <a:latin typeface="Aptos"/>
              </a:rPr>
              <a:t>Дедлайны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971800"/>
            <a:ext cx="32918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28431" y="3145536"/>
            <a:ext cx="256032" cy="256032"/>
          </a:xfrm>
          <a:prstGeom prst="ellipse">
            <a:avLst/>
          </a:prstGeom>
          <a:solidFill>
            <a:srgbClr val="EB9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31181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253D"/>
                </a:solidFill>
                <a:latin typeface="Aptos"/>
              </a:rPr>
              <a:t>Приоритеты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7748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253D"/>
                </a:solidFill>
                <a:latin typeface="Aptos"/>
              </a:rPr>
              <a:t>Проблема и актуальность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7748E"/>
                </a:solidFill>
                <a:latin typeface="Aptos"/>
              </a:rPr>
              <a:t>Почему студенту нужен отдельный планировщик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64008" cy="182880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Много дисциплин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Практические работы, СРО, презентации и домашние задания имеют разные сроки.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64008" cy="1828800"/>
          </a:xfrm>
          <a:prstGeom prst="rect">
            <a:avLst/>
          </a:prstGeom>
          <a:solidFill>
            <a:srgbClr val="D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673351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Риск пропустить срок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67128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При большом количестве заданий легко забыть дедлайн или потерять информацию.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087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508760"/>
            <a:ext cx="64008" cy="1828800"/>
          </a:xfrm>
          <a:prstGeom prst="rect">
            <a:avLst/>
          </a:prstGeom>
          <a:solidFill>
            <a:srgbClr val="EB9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673351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Нужен приоритет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67128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Студенту важно понимать, что делать сначала и какие задачи уже завершены.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dirty="0" err="1">
                <a:solidFill>
                  <a:srgbClr val="17253D"/>
                </a:solidFill>
                <a:latin typeface="Aptos"/>
              </a:rPr>
              <a:t>Цель</a:t>
            </a:r>
            <a:r>
              <a:rPr sz="1900" b="1" dirty="0">
                <a:solidFill>
                  <a:srgbClr val="17253D"/>
                </a:solidFill>
                <a:latin typeface="Aptos"/>
              </a:rPr>
              <a:t> </a:t>
            </a:r>
            <a:r>
              <a:rPr sz="1900" b="1" dirty="0" err="1" smtClean="0">
                <a:solidFill>
                  <a:srgbClr val="17253D"/>
                </a:solidFill>
                <a:latin typeface="Aptos"/>
              </a:rPr>
              <a:t>проекта</a:t>
            </a:r>
            <a:endParaRPr sz="1900" b="1" dirty="0">
              <a:solidFill>
                <a:srgbClr val="17253D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5435C"/>
                </a:solidFill>
                <a:latin typeface="Aptos"/>
              </a:rPr>
              <a:t>Создать простой инструмент, который хранит учебные задачи в одном месте и помогает контролировать их выполнение без установки сервера или базы данных.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7748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253D"/>
                </a:solidFill>
                <a:latin typeface="Aptos"/>
              </a:rPr>
              <a:t>Анализ существующих решений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7748E"/>
                </a:solidFill>
                <a:latin typeface="Aptos"/>
              </a:rPr>
              <a:t>Сравнение с универсальными менеджерами задач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205740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Todoist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Сильные стороны: сроки, приоритеты, фильтры.
Минус: часть функций избыточна для простого учебного сценария.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64008" cy="2057400"/>
          </a:xfrm>
          <a:prstGeom prst="rect">
            <a:avLst/>
          </a:prstGeom>
          <a:solidFill>
            <a:srgbClr val="25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581912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Microsoft To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75688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Сильные стороны: простой интерфейс, списки, напоминания.
Минус: не ориентирован специально на учебные задачи.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64008" cy="2057400"/>
          </a:xfrm>
          <a:prstGeom prst="rect">
            <a:avLst/>
          </a:prstGeom>
          <a:solidFill>
            <a:srgbClr val="EB9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581912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Google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75688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Сильные стороны: простота и интеграция с Google.
Минус: ограниченная работа с приоритетами и статусами.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7763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5BFF"/>
                </a:solidFill>
                <a:latin typeface="Aptos"/>
              </a:rPr>
              <a:t>Наше решение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7253D"/>
                </a:solidFill>
                <a:latin typeface="Aptos"/>
              </a:rPr>
              <a:t>Минимум лишнего: предмет → задача → дедлайн → приоритет → статус. Всё работает локально в одном HTML-файле.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7748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253D"/>
                </a:solidFill>
                <a:latin typeface="Aptos"/>
              </a:rPr>
              <a:t>Требования к системе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7748E"/>
                </a:solidFill>
                <a:latin typeface="Aptos"/>
              </a:rPr>
              <a:t>Основные функции и требования к качеству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1618488"/>
            <a:ext cx="411480" cy="411480"/>
          </a:xfrm>
          <a:prstGeom prst="ellipse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6420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7" y="158191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Создание и редактирование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Название, предмет, срок, приоритет и статус.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90288" y="1618488"/>
            <a:ext cx="411480" cy="411480"/>
          </a:xfrm>
          <a:prstGeom prst="ellipse">
            <a:avLst/>
          </a:prstGeom>
          <a:solidFill>
            <a:srgbClr val="25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66420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1581912"/>
            <a:ext cx="25145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Управление задачами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75688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Удаление и отметка задачи как выполненной.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93608" y="1618488"/>
            <a:ext cx="411480" cy="411480"/>
          </a:xfrm>
          <a:prstGeom prst="ellipse">
            <a:avLst/>
          </a:prstGeom>
          <a:solidFill>
            <a:srgbClr val="EB9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66420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42248" y="1581912"/>
            <a:ext cx="25145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Поиск и фильтры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75688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По названию, предмету, статусу и приоритету.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3832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86968" y="3584448"/>
            <a:ext cx="411480" cy="411480"/>
          </a:xfrm>
          <a:prstGeom prst="ellipse">
            <a:avLst/>
          </a:prstGeom>
          <a:solidFill>
            <a:srgbClr val="53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363016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5607" y="354787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Статистика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041648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Количество всех, новых, текущих и выполненных задач.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3832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90288" y="3584448"/>
            <a:ext cx="411480" cy="411480"/>
          </a:xfrm>
          <a:prstGeom prst="ellipse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90288" y="363016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8928" y="3547872"/>
            <a:ext cx="25145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Сохранение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041648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Данные остаются после обновления страницы.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33832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293608" y="3584448"/>
            <a:ext cx="411480" cy="411480"/>
          </a:xfrm>
          <a:prstGeom prst="ellipse">
            <a:avLst/>
          </a:prstGeom>
          <a:solidFill>
            <a:srgbClr val="25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93608" y="363016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42248" y="3547872"/>
            <a:ext cx="25145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Нефункциональные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041648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Простой интерфейс, запуск в браузере, адаптивность.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7748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253D"/>
                </a:solidFill>
                <a:latin typeface="Aptos"/>
              </a:rPr>
              <a:t>Проектирование и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7748E"/>
                </a:solidFill>
                <a:latin typeface="Aptos"/>
              </a:rPr>
              <a:t>Инкрементная разработка и локальное хранение данных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148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D5BFF"/>
                </a:solidFill>
                <a:latin typeface="Aptos"/>
              </a:rPr>
              <a:t>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78608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7748E"/>
                </a:solidFill>
                <a:latin typeface="Aptos"/>
              </a:rPr>
              <a:t>интерфейс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9232" y="226771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7748E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920240"/>
            <a:ext cx="2148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214884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D5BFF"/>
                </a:solidFill>
                <a:latin typeface="Aptos"/>
              </a:rPr>
              <a:t>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78608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7748E"/>
                </a:solidFill>
                <a:latin typeface="Aptos"/>
              </a:rPr>
              <a:t>логика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8152" y="226771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7748E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920240"/>
            <a:ext cx="2148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14884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7253D"/>
                </a:solidFill>
                <a:latin typeface="Aptos"/>
              </a:rPr>
              <a:t>tasks[]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78608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7748E"/>
                </a:solidFill>
                <a:latin typeface="Aptos"/>
              </a:rPr>
              <a:t>массив объектов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226771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7748E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148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0" y="214884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7253D"/>
                </a:solidFill>
                <a:latin typeface="Aptos"/>
              </a:rPr>
              <a:t>Local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578608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7748E"/>
                </a:solidFill>
                <a:latin typeface="Aptos"/>
              </a:rPr>
              <a:t>хранение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 err="1">
                <a:solidFill>
                  <a:srgbClr val="17253D"/>
                </a:solidFill>
                <a:latin typeface="Aptos"/>
              </a:rPr>
              <a:t>Структура</a:t>
            </a:r>
            <a:r>
              <a:rPr sz="1800" b="1" dirty="0">
                <a:solidFill>
                  <a:srgbClr val="17253D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7253D"/>
                </a:solidFill>
                <a:latin typeface="Aptos"/>
              </a:rPr>
              <a:t>одной</a:t>
            </a:r>
            <a:r>
              <a:rPr sz="1800" b="1" dirty="0">
                <a:solidFill>
                  <a:srgbClr val="17253D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7253D"/>
                </a:solidFill>
                <a:latin typeface="Aptos"/>
              </a:rPr>
              <a:t>задачи</a:t>
            </a:r>
            <a:endParaRPr sz="1800" b="1" dirty="0">
              <a:solidFill>
                <a:srgbClr val="17253D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31520" y="4389120"/>
            <a:ext cx="5669280" cy="82296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6451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{ id, title, subject, deadline, priority, status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25196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5435C"/>
                </a:solidFill>
                <a:latin typeface="Aptos"/>
              </a:rPr>
              <a:t>Модель жизненного цикла: инкрементная — функции добавлялись и проверялись поэтапно.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7748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253D"/>
                </a:solidFill>
                <a:latin typeface="Aptos"/>
              </a:rPr>
              <a:t>Реализация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7748E"/>
                </a:solidFill>
                <a:latin typeface="Aptos"/>
              </a:rPr>
              <a:t>Рабочий интерфейс планировщика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41732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58200" y="1417320"/>
            <a:ext cx="64008" cy="114300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0" y="1581912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Что реализовано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07568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Создание, редактирование и удаление.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78892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58200" y="2788920"/>
            <a:ext cx="64008" cy="1143000"/>
          </a:xfrm>
          <a:prstGeom prst="rect">
            <a:avLst/>
          </a:prstGeom>
          <a:solidFill>
            <a:srgbClr val="25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2953512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Контроль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447287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Статусы, приоритеты и просроченные задачи.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416052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58200" y="4160520"/>
            <a:ext cx="64008" cy="1143000"/>
          </a:xfrm>
          <a:prstGeom prst="rect">
            <a:avLst/>
          </a:prstGeom>
          <a:solidFill>
            <a:srgbClr val="EB9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0" y="4325112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Удобство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81888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Поиск, фильтрация, статистика и Local Storage.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7748E"/>
                </a:solidFill>
                <a:latin typeface="Aptos"/>
              </a:rPr>
              <a:t>06</a:t>
            </a: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6" y="1408030"/>
            <a:ext cx="4114800" cy="2311714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927" y="1408030"/>
            <a:ext cx="4022978" cy="2348144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6" y="3719744"/>
            <a:ext cx="4114800" cy="2383876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927" y="3719745"/>
            <a:ext cx="4022978" cy="23838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253D"/>
                </a:solidFill>
                <a:latin typeface="Aptos"/>
              </a:rPr>
              <a:t>Ключевые алгоритмы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7748E"/>
                </a:solidFill>
                <a:latin typeface="Aptos"/>
              </a:rPr>
              <a:t>Как приложение обрабатывает задачи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" y="1618488"/>
            <a:ext cx="411480" cy="411480"/>
          </a:xfrm>
          <a:prstGeom prst="ellipse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6420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58191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Ввод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7568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Пользователь заполняет форму.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36007" y="1618488"/>
            <a:ext cx="411480" cy="411480"/>
          </a:xfrm>
          <a:prstGeom prst="ellipse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66420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158191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Проверка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07568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Проверяются обязательные поля.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17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39328" y="1618488"/>
            <a:ext cx="411480" cy="411480"/>
          </a:xfrm>
          <a:prstGeom prst="ellipse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166420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158191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Объект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07568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Создаётся объект задачи.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290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32688" y="3630168"/>
            <a:ext cx="411480" cy="411480"/>
          </a:xfrm>
          <a:prstGeom prst="ellipse">
            <a:avLst/>
          </a:prstGeom>
          <a:solidFill>
            <a:srgbClr val="25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675887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59359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Сохранение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08736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Массив записывается в Local Storage.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4290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36007" y="3630168"/>
            <a:ext cx="411480" cy="411480"/>
          </a:xfrm>
          <a:prstGeom prst="ellipse">
            <a:avLst/>
          </a:prstGeom>
          <a:solidFill>
            <a:srgbClr val="25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36007" y="3675887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648" y="359359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Фильтрация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08736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Задачи отбираются по запросу и фильтрам.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4290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339328" y="3630168"/>
            <a:ext cx="411480" cy="411480"/>
          </a:xfrm>
          <a:prstGeom prst="ellipse">
            <a:avLst/>
          </a:prstGeom>
          <a:solidFill>
            <a:srgbClr val="25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39328" y="3675887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7968" y="359359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Отображение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08736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Интерфейс и статистика обновляются.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48E"/>
                </a:solidFill>
                <a:latin typeface="Aptos"/>
              </a:rPr>
              <a:t>Дополнительно: задачи сортируются по дедлайну, а невыполненные задачи с прошедшей датой автоматически отмечаются как просроченные.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7748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253D"/>
                </a:solidFill>
                <a:latin typeface="Aptos"/>
              </a:rPr>
              <a:t>Тестирование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7748E"/>
                </a:solidFill>
                <a:latin typeface="Aptos"/>
              </a:rPr>
              <a:t>8 тест-кейсов: основные, ошибочные и граничные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600200"/>
            <a:ext cx="2194560" cy="2194560"/>
          </a:xfrm>
          <a:prstGeom prst="ellipse">
            <a:avLst/>
          </a:prstGeom>
          <a:solidFill>
            <a:srgbClr val="25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148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8/8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97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4173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0" y="1417320"/>
            <a:ext cx="64008" cy="141732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86200" y="1581912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4 основных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075688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Создание, редактирование, выполнение и удаление.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4173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06640" y="1417320"/>
            <a:ext cx="64008" cy="1417320"/>
          </a:xfrm>
          <a:prstGeom prst="rect">
            <a:avLst/>
          </a:prstGeom>
          <a:solidFill>
            <a:srgbClr val="D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1581912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2 ошибочных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075688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Пустое название и отсутствующий предмет.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3154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0" y="3154680"/>
            <a:ext cx="64008" cy="1417320"/>
          </a:xfrm>
          <a:prstGeom prst="rect">
            <a:avLst/>
          </a:prstGeom>
          <a:solidFill>
            <a:srgbClr val="EB9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86200" y="3319272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2 граничных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813048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Пустой результат поиска и просроченная задача.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3154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06640" y="3154680"/>
            <a:ext cx="64008" cy="1417320"/>
          </a:xfrm>
          <a:prstGeom prst="rect">
            <a:avLst/>
          </a:prstGeom>
          <a:solidFill>
            <a:srgbClr val="25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35240" y="3319272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Результат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813048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Основные функции соответствуют требованиям.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166360"/>
            <a:ext cx="7223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67748E"/>
                </a:solidFill>
                <a:latin typeface="Aptos"/>
              </a:rPr>
              <a:t>Доказательства</a:t>
            </a:r>
            <a:r>
              <a:rPr sz="1400" b="0" dirty="0">
                <a:solidFill>
                  <a:srgbClr val="67748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7748E"/>
                </a:solidFill>
                <a:latin typeface="Aptos"/>
              </a:rPr>
              <a:t>тестирования</a:t>
            </a:r>
            <a:r>
              <a:rPr sz="1400" b="0" dirty="0">
                <a:solidFill>
                  <a:srgbClr val="67748E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7748E"/>
                </a:solidFill>
                <a:latin typeface="Aptos"/>
              </a:rPr>
              <a:t>сохраняются</a:t>
            </a:r>
            <a:r>
              <a:rPr sz="1400" b="0" dirty="0">
                <a:solidFill>
                  <a:srgbClr val="67748E"/>
                </a:solidFill>
                <a:latin typeface="Aptos"/>
              </a:rPr>
              <a:t> в </a:t>
            </a:r>
            <a:r>
              <a:rPr sz="1400" b="0" dirty="0" err="1">
                <a:solidFill>
                  <a:srgbClr val="67748E"/>
                </a:solidFill>
                <a:latin typeface="Aptos"/>
              </a:rPr>
              <a:t>папке</a:t>
            </a:r>
            <a:r>
              <a:rPr sz="1400" b="0" dirty="0">
                <a:solidFill>
                  <a:srgbClr val="67748E"/>
                </a:solidFill>
                <a:latin typeface="Aptos"/>
              </a:rPr>
              <a:t> screenshots, а </a:t>
            </a:r>
            <a:r>
              <a:rPr sz="1400" b="0" dirty="0" err="1">
                <a:solidFill>
                  <a:srgbClr val="67748E"/>
                </a:solidFill>
                <a:latin typeface="Aptos"/>
              </a:rPr>
              <a:t>описание</a:t>
            </a:r>
            <a:r>
              <a:rPr sz="1400" b="0" dirty="0">
                <a:solidFill>
                  <a:srgbClr val="67748E"/>
                </a:solidFill>
                <a:latin typeface="Aptos"/>
              </a:rPr>
              <a:t> — в </a:t>
            </a:r>
            <a:r>
              <a:rPr sz="1400" b="0" dirty="0" smtClean="0">
                <a:solidFill>
                  <a:srgbClr val="67748E"/>
                </a:solidFill>
                <a:latin typeface="Aptos"/>
              </a:rPr>
              <a:t>tests/</a:t>
            </a:r>
            <a:r>
              <a:rPr sz="1400" b="0" dirty="0" err="1" smtClean="0">
                <a:solidFill>
                  <a:srgbClr val="67748E"/>
                </a:solidFill>
                <a:latin typeface="Aptos"/>
              </a:rPr>
              <a:t>test_cases</a:t>
            </a:r>
            <a:endParaRPr sz="1400" b="0" dirty="0">
              <a:solidFill>
                <a:srgbClr val="67748E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10996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7748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253D"/>
                </a:solidFill>
                <a:latin typeface="Aptos"/>
              </a:rPr>
              <a:t>Результат и развитие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7748E"/>
                </a:solidFill>
                <a:latin typeface="Aptos"/>
              </a:rPr>
              <a:t>Что получилось и что можно добавить дальше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1828800"/>
          </a:xfrm>
          <a:prstGeom prst="rect">
            <a:avLst/>
          </a:prstGeom>
          <a:solidFill>
            <a:srgbClr val="2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4818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Результат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Создан автономный веб-планировщик, который запускается обычным открытием index.html и сохраняет задачи локально в браузере.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64008" cy="1828800"/>
          </a:xfrm>
          <a:prstGeom prst="rect">
            <a:avLst/>
          </a:prstGeom>
          <a:solidFill>
            <a:srgbClr val="EB9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818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253D"/>
                </a:solidFill>
                <a:latin typeface="Aptos"/>
              </a:rPr>
              <a:t>Ограничения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75688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5435C"/>
                </a:solidFill>
                <a:latin typeface="Aptos"/>
              </a:rPr>
              <a:t>Нет аккаунтов, облачной синхронизации и уведомлений. Данные привязаны к конкретному браузеру.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7253D"/>
                </a:solidFill>
                <a:latin typeface="Aptos"/>
              </a:rPr>
              <a:t>Возможные улучшения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5435C"/>
                </a:solidFill>
                <a:latin typeface="Aptos"/>
              </a:rPr>
              <a:t>• календарь и напоминания
• авторизация и облачное хранение
• синхронизация между устройствами
• категории и тёмная тема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3434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D5BFF"/>
                </a:solidFill>
                <a:latin typeface="Aptos"/>
              </a:rPr>
              <a:t>Спасибо за внимание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983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7748E"/>
                </a:solidFill>
                <a:latin typeface="Aptos"/>
              </a:rPr>
              <a:t>Планировщик учебных задач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465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7748E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499</Words>
  <Application>Microsoft Office PowerPoint</Application>
  <PresentationFormat>Широкоэкранный</PresentationFormat>
  <Paragraphs>123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Student</dc:creator>
  <cp:keywords/>
  <dc:description>generated using python-pptx</dc:description>
  <cp:lastModifiedBy>Student</cp:lastModifiedBy>
  <cp:revision>4</cp:revision>
  <dcterms:created xsi:type="dcterms:W3CDTF">2013-01-27T09:14:16Z</dcterms:created>
  <dcterms:modified xsi:type="dcterms:W3CDTF">2026-10-21T08:53:16Z</dcterms:modified>
  <cp:category/>
</cp:coreProperties>
</file>