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6492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7253D"/>
                </a:solidFill>
                <a:latin typeface="Aptos"/>
              </a:rPr>
              <a:t>ПЛАНИРОВЩИК
УЧЕБНЫХ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D5BFF"/>
                </a:solidFill>
                <a:latin typeface="Aptos"/>
              </a:rPr>
              <a:t>Учебный мини-проект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5435C"/>
                </a:solidFill>
                <a:latin typeface="Aptos"/>
              </a:rPr>
              <a:t>Простой веб-инструмент для контроля заданий,
дедлайнов, приоритетов и статусов.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7748E"/>
                </a:solidFill>
                <a:latin typeface="Aptos"/>
              </a:rPr>
              <a:t>Выполнил: Стрелов Григорий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325880"/>
            <a:ext cx="32918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28431" y="1499616"/>
            <a:ext cx="256032" cy="256032"/>
          </a:xfrm>
          <a:prstGeom prst="ellipse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4721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7253D"/>
                </a:solidFill>
                <a:latin typeface="Aptos"/>
              </a:rPr>
              <a:t>Задачи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148840"/>
            <a:ext cx="32918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28431" y="2322576"/>
            <a:ext cx="256032" cy="256032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295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7253D"/>
                </a:solidFill>
                <a:latin typeface="Aptos"/>
              </a:rPr>
              <a:t>Дедлайны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71800"/>
            <a:ext cx="32918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28431" y="3145536"/>
            <a:ext cx="256032" cy="256032"/>
          </a:xfrm>
          <a:prstGeom prst="ellipse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1181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7253D"/>
                </a:solidFill>
                <a:latin typeface="Aptos"/>
              </a:rPr>
              <a:t>Приоритеты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Проблема и 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Почему студенту нужен отдельный планировщик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64008" cy="182880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1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Много дисциплин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971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Практические работы, СРО, презентации и домашние задания имеют разные сроки.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64008" cy="1828800"/>
          </a:xfrm>
          <a:prstGeom prst="rect">
            <a:avLst/>
          </a:prstGeom>
          <a:solidFill>
            <a:srgbClr val="DE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673351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Риск пропустить срок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67128"/>
            <a:ext cx="2971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При большом количестве заданий легко забыть дедлайн или потерять информацию.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508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508760"/>
            <a:ext cx="64008" cy="1828800"/>
          </a:xfrm>
          <a:prstGeom prst="rect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73351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Нужен приоритет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67128"/>
            <a:ext cx="2971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Студенту важно понимать, что делать сначала и какие задачи уже завершены.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7253D"/>
                </a:solidFill>
                <a:latin typeface="Aptos"/>
              </a:rPr>
              <a:t>Цель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5435C"/>
                </a:solidFill>
                <a:latin typeface="Aptos"/>
              </a:rPr>
              <a:t>Создать простой инструмент, который хранит учебные задачи в одном месте и помогает контролировать их выполнение без установки сервера или базы данных.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Анализ существующих 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Сравнение с универсальными менеджерами задач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205740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Todoist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75688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Сильные стороны: сроки, приоритеты, фильтры.
Минус: часть функций избыточна для простого учебного сценария.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4290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417320"/>
            <a:ext cx="64008" cy="2057400"/>
          </a:xfrm>
          <a:prstGeom prst="rect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58191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Microsoft To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075688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Сильные стороны: простой интерфейс, списки, напоминания.
Минус: не ориентирован специально на учебные задачи.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4290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64008" cy="2057400"/>
          </a:xfrm>
          <a:prstGeom prst="rect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58191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Google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075688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Сильные стороны: простота и интеграция с Google.
Минус: ограниченная работа с приоритетами и статусами.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7763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BFF"/>
                </a:solidFill>
                <a:latin typeface="Aptos"/>
              </a:rPr>
              <a:t>Наше 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7253D"/>
                </a:solidFill>
                <a:latin typeface="Aptos"/>
              </a:rPr>
              <a:t>Минимум лишнего: предмет → задача → дедлайн → приоритет → статус. Всё работает локально в одном HTML-файле.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Требования к системе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Основные функции и требования к качеству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1618488"/>
            <a:ext cx="411480" cy="411480"/>
          </a:xfrm>
          <a:prstGeom prst="ellipse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642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7" y="158191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Создание и редактирование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75688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Название, предмет, срок, приоритет и статус.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4290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0288" y="1618488"/>
            <a:ext cx="411480" cy="411480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6642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581912"/>
            <a:ext cx="25145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Управление задачами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75688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Удаление и отметка задачи как выполненной.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417320"/>
            <a:ext cx="34290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93608" y="1618488"/>
            <a:ext cx="411480" cy="411480"/>
          </a:xfrm>
          <a:prstGeom prst="ellipse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6642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1581912"/>
            <a:ext cx="25145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Поиск и фильтры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75688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По названию, предмету, статусу и приоритету.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383280"/>
            <a:ext cx="34290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3584448"/>
            <a:ext cx="411480" cy="411480"/>
          </a:xfrm>
          <a:prstGeom prst="ellipse">
            <a:avLst/>
          </a:prstGeom>
          <a:solidFill>
            <a:srgbClr val="53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630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7" y="354787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Статистика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041648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Количество всех, новых, текущих и выполненных задач.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383280"/>
            <a:ext cx="34290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90288" y="3584448"/>
            <a:ext cx="411480" cy="411480"/>
          </a:xfrm>
          <a:prstGeom prst="ellipse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3630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3547872"/>
            <a:ext cx="25145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Сохранение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041648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Данные остаются после обновления страницы.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383280"/>
            <a:ext cx="34290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93608" y="3584448"/>
            <a:ext cx="411480" cy="411480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93608" y="3630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2248" y="3547872"/>
            <a:ext cx="25145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Нефункциональные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041648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Простой интерфейс, запуск в браузере, адаптивность.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Проектирование и 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Инкрементная разработка и локальное хранение данных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1488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D5BFF"/>
                </a:solidFill>
                <a:latin typeface="Aptos"/>
              </a:rPr>
              <a:t>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7748E"/>
                </a:solidFill>
                <a:latin typeface="Aptos"/>
              </a:rPr>
              <a:t>интерфейс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9232" y="22677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7748E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920240"/>
            <a:ext cx="21488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4884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D5BFF"/>
                </a:solidFill>
                <a:latin typeface="Aptos"/>
              </a:rPr>
              <a:t>JavaScript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78608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7748E"/>
                </a:solidFill>
                <a:latin typeface="Aptos"/>
              </a:rPr>
              <a:t>логика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88152" y="22677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774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20240"/>
            <a:ext cx="21488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4884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7253D"/>
                </a:solidFill>
                <a:latin typeface="Aptos"/>
              </a:rPr>
              <a:t>tasks[]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78608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7748E"/>
                </a:solidFill>
                <a:latin typeface="Aptos"/>
              </a:rPr>
              <a:t>массив объектов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2677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7748E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920240"/>
            <a:ext cx="21488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214884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7253D"/>
                </a:solidFill>
                <a:latin typeface="Aptos"/>
              </a:rPr>
              <a:t>Local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578608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7748E"/>
                </a:solidFill>
                <a:latin typeface="Aptos"/>
              </a:rPr>
              <a:t>хранение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53D"/>
                </a:solidFill>
                <a:latin typeface="Aptos"/>
              </a:rPr>
              <a:t>Структура одной задачи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389120"/>
            <a:ext cx="5669280" cy="82296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45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{ id, title, subject, deadline, priority, status 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51960"/>
            <a:ext cx="4297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435C"/>
                </a:solidFill>
                <a:latin typeface="Aptos"/>
              </a:rPr>
              <a:t>Модель жизненного цикла: инкрементная — функции добавлялись и проверялись поэтапно.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Реализация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Рабочий интерфейс планировщика</a:t>
            </a:r>
          </a:p>
        </p:txBody>
      </p:sp>
      <p:pic>
        <p:nvPicPr>
          <p:cNvPr id="5" name="Picture 4" descr="IMG_2C60B784-90AC-4115-A309-97AB0F37578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7498079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4173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58200" y="1417320"/>
            <a:ext cx="64008" cy="114300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1581912"/>
            <a:ext cx="2578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Что реализовано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7568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Создание, редактирование и удаление.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27889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58200" y="2788920"/>
            <a:ext cx="64008" cy="1143000"/>
          </a:xfrm>
          <a:prstGeom prst="rect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953512"/>
            <a:ext cx="2578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447287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Статусы, приоритеты и просроченные задачи.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1605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200" y="4160520"/>
            <a:ext cx="64008" cy="1143000"/>
          </a:xfrm>
          <a:prstGeom prst="rect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4325112"/>
            <a:ext cx="2578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Удобство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81888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Поиск, фильтрация, статистика и Local Storage.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Ключевые алгоритмы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Как приложение обрабатывает задачи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1618488"/>
            <a:ext cx="411480" cy="411480"/>
          </a:xfrm>
          <a:prstGeom prst="ellipse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642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58191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Ввод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Пользователь заполняет форму.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83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36007" y="1618488"/>
            <a:ext cx="411480" cy="411480"/>
          </a:xfrm>
          <a:prstGeom prst="ellipse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6642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58191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Проверка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07568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Проверяются обязательные поля.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17320"/>
            <a:ext cx="3383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9328" y="1618488"/>
            <a:ext cx="411480" cy="411480"/>
          </a:xfrm>
          <a:prstGeom prst="ellipse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16642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158191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Объект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7568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Создаётся объект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429000"/>
            <a:ext cx="3383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2688" y="3630168"/>
            <a:ext cx="411480" cy="411480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675887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59359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Сохранение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08736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Массив записывается в Local Storage.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3429000"/>
            <a:ext cx="3383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36007" y="3630168"/>
            <a:ext cx="411480" cy="411480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7" y="3675887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359359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Фильтрация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08736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Задачи отбираются по запросу и фильтрам.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429000"/>
            <a:ext cx="3383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39328" y="3630168"/>
            <a:ext cx="411480" cy="411480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9328" y="3675887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7968" y="359359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Отображение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08736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Интерфейс и статистика обновляются.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7748E"/>
                </a:solidFill>
                <a:latin typeface="Aptos"/>
              </a:rPr>
              <a:t>Дополнительно: задачи сортируются по дедлайну, а невыполненные задачи с прошедшей датой автоматически отмечаются как просроченные.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Тестирование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8 тест-кейсов: основные, ошибочные и граничные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1600200"/>
            <a:ext cx="2194560" cy="2194560"/>
          </a:xfrm>
          <a:prstGeom prst="ellipse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"/>
              </a:rPr>
              <a:t>8/8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417320"/>
            <a:ext cx="64008" cy="141732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58191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4 основных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075688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Создание, редактирование, выполнение и удаление.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41732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417320"/>
            <a:ext cx="64008" cy="1417320"/>
          </a:xfrm>
          <a:prstGeom prst="rect">
            <a:avLst/>
          </a:prstGeom>
          <a:solidFill>
            <a:srgbClr val="DE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158191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2 ошибочных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075688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Пустое название и отсутствующий предмет.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15468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3154680"/>
            <a:ext cx="64008" cy="1417320"/>
          </a:xfrm>
          <a:prstGeom prst="rect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331927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2 граничных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813048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Пустой результат поиска и просроченная задача.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315468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3154680"/>
            <a:ext cx="64008" cy="1417320"/>
          </a:xfrm>
          <a:prstGeom prst="rect">
            <a:avLst/>
          </a:prstGeom>
          <a:solidFill>
            <a:srgbClr val="25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3319272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Результат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813048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Основные функции соответствуют требованиям.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6636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7748E"/>
                </a:solidFill>
                <a:latin typeface="Aptos"/>
              </a:rPr>
              <a:t>Доказательства тестирования сохраняются в папке screenshots, а описание — в tests/test_cases.md.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53D"/>
                </a:solidFill>
                <a:latin typeface="Aptos"/>
              </a:rPr>
              <a:t>Результат и развитие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7748E"/>
                </a:solidFill>
                <a:latin typeface="Aptos"/>
              </a:rPr>
              <a:t>Что получилось и что можно добавить дальше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64008" cy="182880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81912"/>
            <a:ext cx="4818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Результат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75688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Создан автономный веб-планировщик, который запускается обычным открытием index.html и сохраняет задачи локально в браузере.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2120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64008" cy="1828800"/>
          </a:xfrm>
          <a:prstGeom prst="rect">
            <a:avLst/>
          </a:prstGeom>
          <a:solidFill>
            <a:srgbClr val="EB9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81912"/>
            <a:ext cx="4818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53D"/>
                </a:solidFill>
                <a:latin typeface="Aptos"/>
              </a:rPr>
              <a:t>Ограничения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75688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5435C"/>
                </a:solidFill>
                <a:latin typeface="Aptos"/>
              </a:rPr>
              <a:t>Нет аккаунтов, облачной синхронизации и уведомлений. Данные привязаны к конкретному браузеру.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7253D"/>
                </a:solidFill>
                <a:latin typeface="Aptos"/>
              </a:rPr>
              <a:t>Возможные улучшения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348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5435C"/>
                </a:solidFill>
                <a:latin typeface="Aptos"/>
              </a:rPr>
              <a:t>• календарь и напоминания
• авторизация и облачное хранение
• синхронизация между устройствами
• категории и тёмная тема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434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D5BFF"/>
                </a:solidFill>
                <a:latin typeface="Aptos"/>
              </a:rPr>
              <a:t>Спасибо за внимание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983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7748E"/>
                </a:solidFill>
                <a:latin typeface="Aptos"/>
              </a:rPr>
              <a:t>Планировщик учебных задач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7748E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